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SmartB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Local Business Intelligence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AI-powered insights for sales, inventory, customer sentiment, campaigns, market trends, and forecasting.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2286000" cy="731520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Sales &amp; 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4572000"/>
            <a:ext cx="2286000" cy="7315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Inventory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4572000"/>
            <a:ext cx="2286000" cy="731520"/>
          </a:xfrm>
          <a:prstGeom prst="roundRect">
            <a:avLst/>
          </a:prstGeom>
          <a:solidFill>
            <a:srgbClr val="F0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Campaign ROI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4572000"/>
            <a:ext cx="2286000" cy="731520"/>
          </a:xfrm>
          <a:prstGeom prst="roundRect">
            <a:avLst/>
          </a:prstGeom>
          <a:solidFill>
            <a:srgbClr val="808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2038"/>
                </a:solidFill>
              </a:defRPr>
            </a:pPr>
            <a:r>
              <a:t>Business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46E"/>
                </a:solidFill>
              </a:defRPr>
            </a:pPr>
            <a:r>
              <a:t>Why teams need SmartB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00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F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B2038"/>
                </a:solidFill>
              </a:defRPr>
            </a:pPr>
            <a:r>
              <a:t>Data is fragmented</a:t>
            </a:r>
          </a:p>
          <a:p>
            <a:pPr>
              <a:defRPr sz="1200">
                <a:solidFill>
                  <a:srgbClr val="1E262D"/>
                </a:solidFill>
              </a:defRPr>
            </a:pPr>
            <a:r>
              <a:t>Sales, inventory, reviews, and campaigns are often scattered across files and teams.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200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B2038"/>
                </a:solidFill>
              </a:defRPr>
            </a:pPr>
            <a:r>
              <a:t>Manual analysis</a:t>
            </a:r>
          </a:p>
          <a:p>
            <a:pPr>
              <a:defRPr sz="1200">
                <a:solidFill>
                  <a:srgbClr val="1E262D"/>
                </a:solidFill>
              </a:defRPr>
            </a:pPr>
            <a:r>
              <a:t>Teams spend hours pulling KPIs and drawing conclusions from CSV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554480"/>
            <a:ext cx="3200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F0B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B2038"/>
                </a:solidFill>
              </a:defRPr>
            </a:pPr>
            <a:r>
              <a:t>Slow decision-making</a:t>
            </a:r>
          </a:p>
          <a:p>
            <a:pPr>
              <a:defRPr sz="1200">
                <a:solidFill>
                  <a:srgbClr val="1E262D"/>
                </a:solidFill>
              </a:defRPr>
            </a:pPr>
            <a:r>
              <a:t>Without real-time insights, businesses miss profit opportunities and stock risks.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389120"/>
            <a:ext cx="9692640" cy="822960"/>
          </a:xfrm>
          <a:prstGeom prst="rect">
            <a:avLst/>
          </a:prstGeom>
          <a:solidFill>
            <a:srgbClr val="0B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SmartB Assistant turns raw business data into decision-ready insights in one 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2038"/>
                </a:solidFill>
              </a:defRPr>
            </a:pPr>
            <a:r>
              <a:t>What SmartB Assistant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46E"/>
                </a:solidFill>
              </a:defRPr>
            </a:pPr>
            <a:r>
              <a:t>Key value delivered across business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1F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B2038"/>
                </a:solidFill>
              </a:defRPr>
            </a:pPr>
            <a:r>
              <a:t>Sales dashboard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Track revenue, profit, customers, product trends, and category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47548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1F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B2038"/>
                </a:solidFill>
              </a:defRPr>
            </a:pPr>
            <a:r>
              <a:t>AI business Q&amp;A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Ask natural-language questions and receive evidence-backed answers with confidence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47548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1F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B2038"/>
                </a:solidFill>
              </a:defRPr>
            </a:pPr>
            <a:r>
              <a:t>Customer sentiment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Understand ratings and review sentiment to identify product or service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017520"/>
            <a:ext cx="47548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1F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B2038"/>
                </a:solidFill>
              </a:defRPr>
            </a:pPr>
            <a:r>
              <a:t>Inventory intelligence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Flag low stock, overstock, and slow movers to improve supply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47548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1F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B2038"/>
                </a:solidFill>
              </a:defRPr>
            </a:pPr>
            <a:r>
              <a:t>Campaign analysis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Review sales patterns, customer value, churn indicators, and marketing opportunities.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663440"/>
            <a:ext cx="47548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1F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B2038"/>
                </a:solidFill>
              </a:defRPr>
            </a:pPr>
            <a:r>
              <a:t>Forecasting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Detect anomalies and trends with statistical analysis and future sales estimates.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2038"/>
                </a:solidFill>
              </a:defRPr>
            </a:pPr>
            <a:r>
              <a:t>Core Platform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46E"/>
                </a:solidFill>
              </a:defRPr>
            </a:pPr>
            <a:r>
              <a:t>Architecture and key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920240" cy="1828800"/>
          </a:xfrm>
          <a:prstGeom prst="roundRect">
            <a:avLst/>
          </a:prstGeom>
          <a:solidFill>
            <a:srgbClr val="0B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Data Ingestion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CSV upload +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645920"/>
            <a:ext cx="1920240" cy="1828800"/>
          </a:xfrm>
          <a:prstGeom prst="round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Analytics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Sales, inventory and category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645920"/>
            <a:ext cx="1920240" cy="18288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AI Layer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Natural language Q&amp;A and local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45920"/>
            <a:ext cx="1920240" cy="1828800"/>
          </a:xfrm>
          <a:prstGeom prst="roundRect">
            <a:avLst/>
          </a:prstGeom>
          <a:solidFill>
            <a:srgbClr val="F0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Reports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Weekly/monthly summaries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645920"/>
            <a:ext cx="1920240" cy="1828800"/>
          </a:xfrm>
          <a:prstGeom prst="roundRect">
            <a:avLst/>
          </a:prstGeom>
          <a:solidFill>
            <a:srgbClr val="5B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Database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SQLite persistence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62D"/>
                </a:solidFill>
              </a:defRPr>
            </a:pPr>
            <a:r>
              <a:t>• Built with Streamlit, Pandas, Plotly, and Python.</a:t>
            </a:r>
          </a:p>
          <a:p>
            <a:pPr>
              <a:defRPr sz="1700">
                <a:solidFill>
                  <a:srgbClr val="1E262D"/>
                </a:solidFill>
              </a:defRPr>
            </a:pPr>
            <a:r>
              <a:t>• Includes data quality checks, AI-powered answers, and recommendation logic.</a:t>
            </a:r>
          </a:p>
          <a:p>
            <a:pPr>
              <a:defRPr sz="1700">
                <a:solidFill>
                  <a:srgbClr val="1E262D"/>
                </a:solidFill>
              </a:defRPr>
            </a:pPr>
            <a:r>
              <a:t>• Local-first architecture with optional external AI processing when approved.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2038"/>
                </a:solidFill>
              </a:defRPr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46E"/>
                </a:solidFill>
              </a:defRPr>
            </a:pPr>
            <a:r>
              <a:t>How the team can use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466344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1F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B2038"/>
                </a:solidFill>
              </a:defRPr>
            </a:pPr>
            <a:r>
              <a:t>1. Upload data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Load sales and review CSV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466344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1F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B2038"/>
                </a:solidFill>
              </a:defRPr>
            </a:pPr>
            <a:r>
              <a:t>2. Filter &amp; validate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Apply date ranges and quality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97680"/>
            <a:ext cx="466344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1F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B2038"/>
                </a:solidFill>
              </a:defRPr>
            </a:pPr>
            <a:r>
              <a:t>3. View KPIs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Watch revenue, profit, and customer trends.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466344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1F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B2038"/>
                </a:solidFill>
              </a:defRPr>
            </a:pPr>
            <a:r>
              <a:t>4. Ask a question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Use the AI Assistant to query business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834640"/>
            <a:ext cx="466344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1F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B2038"/>
                </a:solidFill>
              </a:defRPr>
            </a:pPr>
            <a:r>
              <a:t>5. Review actions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Get recommendations for stock and sales strategy.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466344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1F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B2038"/>
                </a:solidFill>
              </a:defRPr>
            </a:pPr>
            <a:r>
              <a:t>6. Generate reports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Create weekly and monthly business summaries.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2038"/>
                </a:solidFill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46E"/>
                </a:solidFill>
              </a:defRPr>
            </a:pPr>
            <a:r>
              <a:t>Why this matters to the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0B2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1E262D"/>
                </a:solidFill>
              </a:defRPr>
            </a:pPr>
            <a:r>
              <a:t>• Faster decisions with instant KPIs and trend analysis.</a:t>
            </a:r>
          </a:p>
          <a:p>
            <a:pPr>
              <a:defRPr sz="1700">
                <a:solidFill>
                  <a:srgbClr val="1E262D"/>
                </a:solidFill>
              </a:defRPr>
            </a:pPr>
            <a:r>
              <a:t>• Reduced stockouts and overstock with inventory recommendations.</a:t>
            </a:r>
          </a:p>
          <a:p>
            <a:pPr>
              <a:defRPr sz="1700">
                <a:solidFill>
                  <a:srgbClr val="1E262D"/>
                </a:solidFill>
              </a:defRPr>
            </a:pPr>
            <a:r>
              <a:t>• Better marketing decisions using customer and sales insights.</a:t>
            </a:r>
          </a:p>
          <a:p>
            <a:pPr>
              <a:defRPr sz="1700">
                <a:solidFill>
                  <a:srgbClr val="1E262D"/>
                </a:solidFill>
              </a:defRPr>
            </a:pPr>
            <a:r>
              <a:t>• Improved customer experience through sentiment monitoring.</a:t>
            </a:r>
          </a:p>
          <a:p>
            <a:pPr>
              <a:defRPr sz="1700">
                <a:solidFill>
                  <a:srgbClr val="1E262D"/>
                </a:solidFill>
              </a:defRPr>
            </a:pPr>
            <a:r>
              <a:t>• Stronger planning with forecasting and anomaly detection.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463040"/>
            <a:ext cx="4754880" cy="3657600"/>
          </a:xfrm>
          <a:prstGeom prst="rect">
            <a:avLst/>
          </a:prstGeom>
          <a:solidFill>
            <a:srgbClr val="0B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 dashboard tabs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 business analysis modules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 database tables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6+ statistical methods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2038"/>
                </a:solidFill>
              </a:defRPr>
            </a:pPr>
            <a:r>
              <a:t>Team Impact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46E"/>
                </a:solidFill>
              </a:defRPr>
            </a:pPr>
            <a:r>
              <a:t>What this unlocks for the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241280" cy="2926080"/>
          </a:xfrm>
          <a:prstGeom prst="rect">
            <a:avLst/>
          </a:prstGeom>
          <a:solidFill>
            <a:srgbClr val="233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Creates one place for sales, inventory, sentiment, and market analysis.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Lets teams ask operational questions in plain English without needing a data science background.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Supports local-first execution, with optional external AI processing when approved.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Enables weekly and monthly review routines with automated reporting and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SmartB Assistant | Ready for team review and business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